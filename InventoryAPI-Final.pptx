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Cloud-Native Inventory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50E6FF"/>
                </a:solidFill>
              </a:rPr>
              <a:t>Azure DevOps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8F4FD"/>
                </a:solidFill>
              </a:rPr>
              <a:t>Bill Miller  ·  CSCD 378  ·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ASP.NET Core  ·  .NET 10  ·  Azure Container Apps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Terraform IaC  ·  GitHub Actions CI/CD  ·  Passwordless Auth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6 Azure Services connected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8F4FD"/>
                </a:solidFill>
              </a:rPr>
              <a:t>A cloud-native REST API for managing inventory, built entirely on Azure using modern DevOps practices.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5303520" cy="4206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0E6FF"/>
                </a:solidFill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Full CRUD API for inventory items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Items stored persistently in Cosmos DB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Interactive API docs at /scalar/v1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Health endpoint for uptime monitoring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Structured logging on every write operation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All requests tracked in Application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03120"/>
            <a:ext cx="5394960" cy="4206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0E6FF"/>
                </a:solidFill>
              </a:rPr>
              <a:t>How It's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432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ASP.NET Core Minimal API on .NET 10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Containerized with Docker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Deployed to Azure Container Apps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Infrastructure defined 100% in Terraform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CI/CD via GitHub Actions (no manual steps)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Zero secrets — OIDC + Managed Identity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148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0E6FF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89120"/>
            <a:ext cx="9875520" cy="914400"/>
          </a:xfrm>
          <a:prstGeom prst="rect">
            <a:avLst/>
          </a:prstGeom>
          <a:solidFill>
            <a:srgbClr val="0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462272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0E6FF"/>
                </a:solidFill>
              </a:rPr>
              <a:t>Passwordless Auth:  GitHub Actions → Azure via OIDC  ·  Container App → all services via Managed Identity (DefaultAzureCredential)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3F7AC4D-C66B-4C05-BCFC-40132860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22" y="1427035"/>
            <a:ext cx="10574226" cy="18195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Azure Container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0E6FF"/>
                </a:solidFill>
              </a:rPr>
              <a:t>acrinventoryapidevfinal  ·  Basic SKU  ·  admin disabled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4FD"/>
                </a:solidFill>
              </a:rPr>
              <a:t>Stores and manages Docker images for the Inventory API. Every push to main triggers az acr build which compiles the image in the cloud and pushes it — no local Docker needed. The Container App pulls images using its Managed Identity (AcrPull role), so no registry password is ever stored anywhere.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612880" cy="356616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E6FF"/>
                </a:solidFill>
              </a:rPr>
              <a:t>Key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Cloud build via az acr build (no local Docker daemon)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Images tagged with commit SHA for traceability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AcrPull role granted to Container App MI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Admin user disabled — passwordless pull only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Provisioned and managed via Terraform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Azure Container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0E6FF"/>
                </a:solidFill>
              </a:rPr>
              <a:t>inventory-api-dev  ·  Single revision mode  ·  System-assigned MI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4FD"/>
                </a:solidFill>
              </a:rPr>
              <a:t>Hosts the running .NET 10 API container. Handles HTTPS termination, custom domains, scaling, and revision management. The app's system-assigned Managed Identity is the identity used for all downstream Azure service connections — Cosmos DB, App Configuration, and App Insights all authenticate through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612880" cy="356616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E6FF"/>
                </a:solidFill>
              </a:rPr>
              <a:t>Key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External HTTPS ingress — port 8080 internally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System-assigned Managed Identity for all auth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Revision suffix = commit SHA (full traceability)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Connected to Container Apps Environment + Log Analytics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Environment variables injected at deploy time via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Azure Cosmos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0E6FF"/>
                </a:solidFill>
              </a:rPr>
              <a:t>cosmosinventoryapidevfinal  ·  Serverless SQL API  ·  Session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4FD"/>
                </a:solidFill>
              </a:rPr>
              <a:t>The persistence layer for all inventory data. Uses the SQL (NoSQL) API with a serverless capacity model — pay only per request, no provisioned throughput needed. The .NET SDK connects via DefaultAzureCredential which automatically uses the Container App's Managed Identity. Items are partitioned by ID for efficient single-item lookups.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612880" cy="356616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E6FF"/>
                </a:solidFill>
              </a:rPr>
              <a:t>Key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Serverless billing — ideal for variable/bursty workloads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Database: inventorydb  ·  Container: items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Partition key: /id for direct point reads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Connected via DefaultAzureCredential (no connection string)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Cosmos DB Built-in Data Contributor role via Terraform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Azure App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0E6FF"/>
                </a:solidFill>
              </a:rPr>
              <a:t>appcs-inventory-final  ·  Free SKU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4FD"/>
                </a:solidFill>
              </a:rPr>
              <a:t>Centralized store for application settings and feature flags. Loaded at startup using AddAzureAppConfiguration with DefaultAzureCredential — the app reads all keys under the InventoryApi: prefix. This decouples configuration from code and enables config changes without a redeploy.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612880" cy="356616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E6FF"/>
                </a:solidFill>
              </a:rPr>
              <a:t>Key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Loaded at startup via AddAzureAppConfiguration()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Reads InventoryApi:* key prefix from the store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App Configuration Data Reader role via Terraform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Connected using DefaultAzureCredential (no access key)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Enables config changes without container restart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Azure Application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0E6FF"/>
                </a:solidFill>
              </a:rPr>
              <a:t>appi-inventoryapi-dev-final  ·  Workspace-based  ·  OpenTelemetry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4FD"/>
                </a:solidFill>
              </a:rPr>
              <a:t>Collects request telemetry, dependency traces, exceptions, and custom log messages from the API. Uses the Azure Monitor OpenTelemetry SDK — the official .NET 10 compatible package. Every HTTP request is automatically tracked. POST /api/items also emits structured log traces (Creating inventory item / Created inventory item) visible in Logs.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612880" cy="356616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E6FF"/>
                </a:solidFill>
              </a:rPr>
              <a:t>Key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Azure Monitor OpenTelemetry SDK (not legacy App Insights SDK)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Automatic HTTP request tracking for all endpoints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Structured traces: Creating/Created inventory item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Connection string injected as env var at deploy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Workspace-based — all data flows into Log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Azure Log Analytics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0E6FF"/>
                </a:solidFill>
              </a:rPr>
              <a:t>law-inventoryapi-dev-final  ·  PerGB2018  ·  90-day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1338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4FD"/>
                </a:solidFill>
              </a:rPr>
              <a:t>The central logging backend for the entire solution. Application Insights writes all telemetry here (requests, traces, exceptions). The Container Apps Environment also streams stdout/stderr container logs here. Query everything from one place using KQL — no separate dashboards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612880" cy="356616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9992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E6FF"/>
                </a:solidFill>
              </a:rPr>
              <a:t>Key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E8F4FD"/>
                </a:solidFill>
              </a:rPr>
              <a:t>  •  Backend for Application Insights (workspace-based mode)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Container Apps stdout/stderr streamed here automatically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Query with KQL: requests, traces, exceptions tables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90-day retention for all log data</a:t>
            </a:r>
          </a:p>
          <a:p>
            <a:pPr algn="l"/>
            <a:r>
              <a:rPr sz="1600">
                <a:solidFill>
                  <a:srgbClr val="E8F4FD"/>
                </a:solidFill>
              </a:rPr>
              <a:t>  •  Single pane of glass for all service observability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Passwordless / Keyless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E6FF"/>
                </a:solidFill>
              </a:rPr>
              <a:t>No passwords, connection strings, or secrets anywhere in the codebase or CI.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113385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GitHub Actions →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600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OIDC federated credential. azure/login@v2 with client-id + tenant-id only. ARM_USE_OIDC=true for Terraform.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50591"/>
            <a:ext cx="113385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49631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Container App → ACR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496311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System-assigned Managed Identity + AcrPull role assignment. No registry password.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46704"/>
            <a:ext cx="113385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3924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Container App → Cosmos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92424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DefaultAzureCredential picks up MI automatically. Cosmos DB Built-in Data Contributor role via Terraform.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42816"/>
            <a:ext cx="113385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885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Container App → App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288536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DefaultAzureCredential + App Configuration Data Reader role. Keys loaded at startup.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38928"/>
            <a:ext cx="113385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184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Container App → App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18464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Azure Monitor OpenTelemetry SDK. Connection string injected as env var — no hardcoded key.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" cy="1554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463040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97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</a:rPr>
              <a:t>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4FD"/>
                </a:solidFill>
              </a:rPr>
              <a:t>Show infra.yaml + app.yaml runs — both green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57784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02920" cy="1554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463040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097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</a:rPr>
              <a:t>Terraform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6002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4FD"/>
                </a:solidFill>
              </a:rPr>
              <a:t>Azure Portal → stinventoryapifinal storage → tfstate blob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57784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502920" cy="1554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3200400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</a:rPr>
              <a:t>API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37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4FD"/>
                </a:solidFill>
              </a:rPr>
              <a:t>https://inventory-api-dev.icypond-68e794ec.westus3.azurecontainerapps.io/scalar/v1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743200"/>
            <a:ext cx="557784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743200"/>
            <a:ext cx="502920" cy="1554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81928" y="3200400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</a:rPr>
              <a:t>POST an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337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4FD"/>
                </a:solidFill>
              </a:rPr>
              <a:t>POST /api/items  →  item stored in Cosmos 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557784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502920" cy="1554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4937760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</a:rPr>
              <a:t>Cosmos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0749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4FD"/>
                </a:solidFill>
              </a:rPr>
              <a:t>Azure Portal → Data Explorer → inventorydb → items container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480560"/>
            <a:ext cx="5577840" cy="1554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480560"/>
            <a:ext cx="502920" cy="1554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81928" y="4937760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</a:rPr>
              <a:t>App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0749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4FD"/>
                </a:solidFill>
              </a:rPr>
              <a:t>Overview charts + Logs: requests | order by timestamp desc | take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Rubric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338560" cy="59436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33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332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First 3 Services (15 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3327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ACR, Container Apps, Cosmos DB — all connected, data persists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36776"/>
            <a:ext cx="11338560" cy="59436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09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4th Service (10 pts)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0992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App Configuration — loaded at startup via Managed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13432"/>
            <a:ext cx="11338560" cy="59436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3865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865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5th Service (10 pts)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86584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Application Insights — telemetry + structured logging working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90087"/>
            <a:ext cx="11338560" cy="59436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632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IaC (5 pts)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63239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All 6 services in Terraform, remote state, idempotent apply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66744"/>
            <a:ext cx="11338560" cy="59436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739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398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GitHub Actions (5 pts)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39896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infra + app workflows — OIDC, build, push, deploy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11338560" cy="594360"/>
          </a:xfrm>
          <a:prstGeom prst="rect">
            <a:avLst/>
          </a:prstGeom>
          <a:solidFill>
            <a:srgbClr val="0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416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165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0E6FF"/>
                </a:solidFill>
              </a:rPr>
              <a:t>Presentation (5 pts)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1655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Diagram, live demo, working 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20055"/>
            <a:ext cx="11338560" cy="594360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0932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93207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Bonus: 6th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093207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Log Analytics Workspace — App Insights backend + Container Apps logs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96712"/>
            <a:ext cx="11338560" cy="594360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769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7698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Bonus: Passwordless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769864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OIDC everywhere in CI, DefaultAzureCredential in app — zero secrets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50E6FF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8F4FD"/>
                </a:solidFill>
              </a:rPr>
              <a:t>github.com/BillMillerCoding/inventory-api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4FD"/>
                </a:solidFill>
              </a:rPr>
              <a:t>https://inventory-api-dev.icypond-68e794ec.westus3.azurecontainerapps.io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1249</Words>
  <Application>Microsoft Office PowerPoint</Application>
  <PresentationFormat>Custom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Miller</cp:lastModifiedBy>
  <cp:revision>2</cp:revision>
  <dcterms:created xsi:type="dcterms:W3CDTF">2013-01-27T09:14:16Z</dcterms:created>
  <dcterms:modified xsi:type="dcterms:W3CDTF">2026-06-09T06:51:27Z</dcterms:modified>
  <cp:category/>
</cp:coreProperties>
</file>